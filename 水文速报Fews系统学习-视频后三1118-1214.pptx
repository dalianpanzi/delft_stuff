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9" r:id="rId3"/>
    <p:sldId id="260" r:id="rId4"/>
    <p:sldId id="261" r:id="rId5"/>
    <p:sldId id="262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6" autoAdjust="0"/>
    <p:restoredTop sz="80663" autoAdjust="0"/>
  </p:normalViewPr>
  <p:slideViewPr>
    <p:cSldViewPr snapToGrid="0">
      <p:cViewPr>
        <p:scale>
          <a:sx n="100" d="100"/>
          <a:sy n="100" d="100"/>
        </p:scale>
        <p:origin x="108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36A56-5040-4537-976A-B017235251B1}" type="datetimeFigureOut">
              <a:rPr lang="zh-CN" altLang="en-US" smtClean="0"/>
              <a:t>2023/3/16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E0AEBB-312D-4E2E-A636-89CFAA5497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310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遗留问题：怎么添加进</a:t>
            </a:r>
            <a:r>
              <a:rPr lang="en-US" altLang="zh-CN" dirty="0"/>
              <a:t>filter</a:t>
            </a:r>
            <a:r>
              <a:rPr lang="zh-CN" altLang="en-US"/>
              <a:t>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E0AEBB-312D-4E2E-A636-89CFAA54977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989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BECB8A-9DBD-0C50-082F-B815E560BF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D797AD-1C07-CFED-C8EF-3239F645D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3E1944-61C6-3D3E-EA86-BD75BD2C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A84-071A-448D-8D9A-80AF2D6E2DD4}" type="datetimeFigureOut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5F73A9-3DA8-D442-FFF7-31F245AF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D9CF58-CC0E-376D-53D8-1EB00CB6A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8624-E981-4F45-ABE2-A2064B7E3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60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5C49DE-515B-945D-A4B1-245265E88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43DDBD-FAB2-7DFB-9AE6-32E92C2B0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845FC7-4575-D1B7-D1FC-992654A80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A84-071A-448D-8D9A-80AF2D6E2DD4}" type="datetimeFigureOut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56E5C9-07E7-803F-F301-BCEB2EDE7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9FA7CE-9C84-C117-205F-BA8715AB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8624-E981-4F45-ABE2-A2064B7E3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545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D3405-2A9B-26F3-94FF-D582CC6A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12D520-10CE-DE71-48B8-71A228C3A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62B8C7-CFFE-4700-CDBF-5ABFE20EB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A84-071A-448D-8D9A-80AF2D6E2DD4}" type="datetimeFigureOut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2A6BCB-3A7F-246E-1378-AC4A9049A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467CDA-0A20-5B86-C664-BB3B8456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8624-E981-4F45-ABE2-A2064B7E3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804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94B32-1732-6452-0333-EDA884E65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88A26-3ADD-B278-3AFD-567662AB2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179536-5D5A-2844-7FA5-F2EAD26B8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651848-79B3-AE5E-20C8-CE0AE035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A84-071A-448D-8D9A-80AF2D6E2DD4}" type="datetimeFigureOut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220407-47CD-F281-FC37-C6EE03F9B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D7B82-CAA1-D082-4EEF-F71002D30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8624-E981-4F45-ABE2-A2064B7E3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560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739EA5-64D5-880E-2A33-F15CE27EF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4048B0-711B-0E1F-FD8A-2FBDAE1CA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53206-B27E-9AB0-A333-52995BC248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8C9E2C-CD02-19EC-D75F-80151F4BF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C4FDABD-7941-2130-F054-79190FE400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B023BB1-6F95-6088-A055-D174C827F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A84-071A-448D-8D9A-80AF2D6E2DD4}" type="datetimeFigureOut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1F33C81-F2B2-261B-EBE3-7A53D5EC1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6B2FBF-ED44-F05F-1895-2F7FC3C77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8624-E981-4F45-ABE2-A2064B7E3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006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4F365-0E46-7DE9-3AA6-2EB7A0EE8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89DF62-ACF9-7E60-1142-0C2744887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A84-071A-448D-8D9A-80AF2D6E2DD4}" type="datetimeFigureOut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DC83B55-9513-B6FE-B0A9-296D696CE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CD9B2A9-2862-2196-820D-6981BBA0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8624-E981-4F45-ABE2-A2064B7E3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077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42980BD-A91E-2E23-906C-9CF51071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A84-071A-448D-8D9A-80AF2D6E2DD4}" type="datetimeFigureOut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B8FCB2F-6F9F-8BCA-C2F5-B4C8BE353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AF95F0-1928-860F-E30D-C2AC076FE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8624-E981-4F45-ABE2-A2064B7E3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076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23DE52-89C5-FCEF-E594-B1422D85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CD25D1-3A10-78D5-6FD5-033DE0A88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41995F-5DB7-7F47-8C7C-CE37AE212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D51C8D-CDD0-2D0F-141B-A434D5883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A84-071A-448D-8D9A-80AF2D6E2DD4}" type="datetimeFigureOut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BB0BFA-17AA-84CD-B870-DFFD339F4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203867-316B-ED7A-D13B-DE47BE504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8624-E981-4F45-ABE2-A2064B7E3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611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64AAF-EB75-2723-346F-C7A84B9E9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76F730-72DD-529C-1AD2-F3B820B8AF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974103-B53F-A545-3BA0-756DEC320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10661F-586D-0A7F-E03F-E67BDFB23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A84-071A-448D-8D9A-80AF2D6E2DD4}" type="datetimeFigureOut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4657F4-8E34-E1E1-FBBD-8EF41E5E9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675C78-0E17-E8F3-4DE0-E75AEF62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8624-E981-4F45-ABE2-A2064B7E3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582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72F3F-6297-F38C-27B8-BE7A6C35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ACA60B-3F5F-F5E5-5411-2089E8515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2C943D-6EFE-69E4-B466-DBCC49615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A84-071A-448D-8D9A-80AF2D6E2DD4}" type="datetimeFigureOut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0351FF-6206-E2ED-FCC1-04841738B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D48574-EEA9-E277-8109-9AFA6226D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8624-E981-4F45-ABE2-A2064B7E3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917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272908-6A9E-24F5-57DD-1A938EED07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B1B14D-E424-E3AE-86B2-68EC16286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0DBA7B-28BF-1F7C-D890-02926B07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C3A84-071A-448D-8D9A-80AF2D6E2DD4}" type="datetimeFigureOut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5775AE-DF28-9A6A-D1B3-1D3D8FC9A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326CE1-6AA3-BFE3-122A-5FFF79E2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38624-E981-4F45-ABE2-A2064B7E3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388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5525DCA-C9AB-6C60-646D-9F5D8EB71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7E2BD2-DC0C-F073-ADFA-91C5FD59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E666A9-4836-79A8-188E-8A18AE47F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C3A84-071A-448D-8D9A-80AF2D6E2DD4}" type="datetimeFigureOut">
              <a:rPr lang="zh-CN" altLang="en-US" smtClean="0"/>
              <a:t>2023/3/15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8E2D5D-D45B-04F9-464F-8C32A5BA2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2674A3-8C35-85A1-9021-54B2246CA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38624-E981-4F45-ABE2-A2064B7E3C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361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0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A061146-F81E-0AB1-FCE4-97F961C22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73" y="1276278"/>
            <a:ext cx="4990408" cy="520390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B251A66-ADA4-9F55-0391-FC09312B3563}"/>
              </a:ext>
            </a:extLst>
          </p:cNvPr>
          <p:cNvSpPr txBox="1"/>
          <p:nvPr/>
        </p:nvSpPr>
        <p:spPr>
          <a:xfrm>
            <a:off x="6412289" y="968501"/>
            <a:ext cx="4349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Group</a:t>
            </a:r>
            <a:r>
              <a:rPr lang="zh-CN" altLang="en-US" sz="1400" dirty="0"/>
              <a:t>中可以添加不同的</a:t>
            </a:r>
            <a:r>
              <a:rPr lang="en-US" altLang="zh-CN" sz="1400" dirty="0"/>
              <a:t>grip</a:t>
            </a:r>
            <a:r>
              <a:rPr lang="zh-CN" altLang="en-US" sz="1400" dirty="0"/>
              <a:t>；</a:t>
            </a:r>
            <a:endParaRPr lang="en-US" altLang="zh-CN" sz="1400" dirty="0"/>
          </a:p>
          <a:p>
            <a:r>
              <a:rPr lang="zh-CN" altLang="en-US" sz="1400" dirty="0"/>
              <a:t>如果是矢量数据要将</a:t>
            </a:r>
            <a:r>
              <a:rPr lang="en-US" altLang="zh-CN" sz="1400" dirty="0" err="1"/>
              <a:t>TimeSeriesSet</a:t>
            </a:r>
            <a:r>
              <a:rPr lang="zh-CN" altLang="en-US" sz="1400" dirty="0"/>
              <a:t>分</a:t>
            </a:r>
            <a:r>
              <a:rPr lang="en-US" altLang="zh-CN" sz="1400" dirty="0"/>
              <a:t>u</a:t>
            </a:r>
            <a:r>
              <a:rPr lang="zh-CN" altLang="en-US" sz="1400" dirty="0"/>
              <a:t>，</a:t>
            </a:r>
            <a:r>
              <a:rPr lang="en-US" altLang="zh-CN" sz="1400" dirty="0"/>
              <a:t>v</a:t>
            </a:r>
            <a:r>
              <a:rPr lang="zh-CN" altLang="en-US" sz="1400" dirty="0"/>
              <a:t>定义</a:t>
            </a:r>
            <a:endParaRPr lang="en-US" altLang="zh-CN" sz="1400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B7EE65A-0F2F-B29C-6D66-6FCBB84E1029}"/>
              </a:ext>
            </a:extLst>
          </p:cNvPr>
          <p:cNvCxnSpPr>
            <a:cxnSpLocks/>
          </p:cNvCxnSpPr>
          <p:nvPr/>
        </p:nvCxnSpPr>
        <p:spPr>
          <a:xfrm>
            <a:off x="1080463" y="4082621"/>
            <a:ext cx="248727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37EEDA15-9341-E40A-A095-298F83131C2C}"/>
              </a:ext>
            </a:extLst>
          </p:cNvPr>
          <p:cNvSpPr txBox="1"/>
          <p:nvPr/>
        </p:nvSpPr>
        <p:spPr>
          <a:xfrm>
            <a:off x="333410" y="688368"/>
            <a:ext cx="4619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一、</a:t>
            </a:r>
            <a:r>
              <a:rPr lang="en-US" altLang="zh-CN" dirty="0"/>
              <a:t>Spatial Data</a:t>
            </a:r>
            <a:r>
              <a:rPr lang="zh-CN" altLang="en-US" dirty="0"/>
              <a:t>中添加一个变量的</a:t>
            </a:r>
            <a:r>
              <a:rPr lang="en-US" altLang="zh-CN" dirty="0"/>
              <a:t>grip</a:t>
            </a: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DDB2137-C0B4-FE61-CEDE-338A0DA9886B}"/>
              </a:ext>
            </a:extLst>
          </p:cNvPr>
          <p:cNvCxnSpPr/>
          <p:nvPr/>
        </p:nvCxnSpPr>
        <p:spPr>
          <a:xfrm>
            <a:off x="1584645" y="1796978"/>
            <a:ext cx="9398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CFC5E22B-BF5F-9484-5318-59BBC2C62D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603"/>
          <a:stretch/>
        </p:blipFill>
        <p:spPr>
          <a:xfrm>
            <a:off x="6205328" y="1717550"/>
            <a:ext cx="5670854" cy="1991420"/>
          </a:xfrm>
          <a:prstGeom prst="rect">
            <a:avLst/>
          </a:prstGeom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A3F917B-F41E-ACBA-EB08-B6F1327BE2D4}"/>
              </a:ext>
            </a:extLst>
          </p:cNvPr>
          <p:cNvCxnSpPr/>
          <p:nvPr/>
        </p:nvCxnSpPr>
        <p:spPr>
          <a:xfrm>
            <a:off x="6789105" y="2680898"/>
            <a:ext cx="9398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C4EE38BA-A984-1D54-4C75-EA6DD60F2BE6}"/>
              </a:ext>
            </a:extLst>
          </p:cNvPr>
          <p:cNvSpPr/>
          <p:nvPr/>
        </p:nvSpPr>
        <p:spPr>
          <a:xfrm>
            <a:off x="657573" y="3927319"/>
            <a:ext cx="189544" cy="2519448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99F16D0-9AA7-400F-C6EB-AE375FA6D84B}"/>
              </a:ext>
            </a:extLst>
          </p:cNvPr>
          <p:cNvSpPr txBox="1"/>
          <p:nvPr/>
        </p:nvSpPr>
        <p:spPr>
          <a:xfrm>
            <a:off x="0" y="5002377"/>
            <a:ext cx="657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添加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B35BEC9-1394-EBF0-DD91-BE795E73C189}"/>
              </a:ext>
            </a:extLst>
          </p:cNvPr>
          <p:cNvCxnSpPr>
            <a:cxnSpLocks/>
          </p:cNvCxnSpPr>
          <p:nvPr/>
        </p:nvCxnSpPr>
        <p:spPr>
          <a:xfrm>
            <a:off x="2735922" y="4704921"/>
            <a:ext cx="90576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94D6F06B-33F5-AB44-01C5-750E682DA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53" y="4538968"/>
            <a:ext cx="6553200" cy="266700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5B3DC068-ABB0-58E1-29F9-36D74FB13D6D}"/>
              </a:ext>
            </a:extLst>
          </p:cNvPr>
          <p:cNvSpPr txBox="1"/>
          <p:nvPr/>
        </p:nvSpPr>
        <p:spPr>
          <a:xfrm>
            <a:off x="5554210" y="4704921"/>
            <a:ext cx="43493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中定义的名称相同</a:t>
            </a:r>
            <a:endParaRPr lang="en-US" altLang="zh-CN" sz="1000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7232DC5D-E9DB-6757-5F1D-87E58487FE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910" y="151788"/>
            <a:ext cx="9764226" cy="396275"/>
          </a:xfrm>
          <a:prstGeom prst="rect">
            <a:avLst/>
          </a:prstGeom>
        </p:spPr>
      </p:pic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90B9673-9A7F-9FF1-1112-BA47DC7B30EE}"/>
              </a:ext>
            </a:extLst>
          </p:cNvPr>
          <p:cNvCxnSpPr>
            <a:cxnSpLocks/>
          </p:cNvCxnSpPr>
          <p:nvPr/>
        </p:nvCxnSpPr>
        <p:spPr>
          <a:xfrm>
            <a:off x="8743308" y="548063"/>
            <a:ext cx="116029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9BD7E97-2889-11CD-CC8F-F12203EB5F03}"/>
              </a:ext>
            </a:extLst>
          </p:cNvPr>
          <p:cNvCxnSpPr>
            <a:cxnSpLocks/>
          </p:cNvCxnSpPr>
          <p:nvPr/>
        </p:nvCxnSpPr>
        <p:spPr>
          <a:xfrm>
            <a:off x="2324100" y="6230509"/>
            <a:ext cx="108585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1B7E91F3-B939-CE70-ED13-8B4C5A8C608E}"/>
              </a:ext>
            </a:extLst>
          </p:cNvPr>
          <p:cNvSpPr txBox="1"/>
          <p:nvPr/>
        </p:nvSpPr>
        <p:spPr>
          <a:xfrm>
            <a:off x="4857930" y="6045825"/>
            <a:ext cx="5835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指向一个</a:t>
            </a:r>
            <a:r>
              <a:rPr lang="en-US" altLang="zh-CN" sz="1000" dirty="0" err="1"/>
              <a:t>classbreak</a:t>
            </a:r>
            <a:r>
              <a:rPr lang="zh-CN" altLang="en-US" sz="1000" dirty="0"/>
              <a:t>文件，在</a:t>
            </a:r>
            <a:endParaRPr lang="en-US" altLang="zh-CN" sz="1000" dirty="0"/>
          </a:p>
          <a:p>
            <a:r>
              <a:rPr lang="en-US" altLang="zh-CN" sz="1000" dirty="0"/>
              <a:t>Id</a:t>
            </a:r>
            <a:r>
              <a:rPr lang="zh-CN" altLang="en-US" sz="1000" dirty="0"/>
              <a:t>名要一致，定义的是图例颜色范围，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25B88C0A-C33D-C610-49A9-1C644EBA1A4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7180"/>
          <a:stretch/>
        </p:blipFill>
        <p:spPr>
          <a:xfrm>
            <a:off x="6599191" y="6036300"/>
            <a:ext cx="3143250" cy="19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989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47B07D2-8872-A478-3FAD-84C0D321E682}"/>
              </a:ext>
            </a:extLst>
          </p:cNvPr>
          <p:cNvSpPr txBox="1"/>
          <p:nvPr/>
        </p:nvSpPr>
        <p:spPr>
          <a:xfrm>
            <a:off x="240943" y="184934"/>
            <a:ext cx="3308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二、添加插值变量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00C741-1F45-E39E-2209-221ECC003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30" y="700301"/>
            <a:ext cx="7839075" cy="2381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458E031-33A0-CF70-25A0-69F081D6F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30" y="938426"/>
            <a:ext cx="9969894" cy="5622764"/>
          </a:xfrm>
          <a:prstGeom prst="rect">
            <a:avLst/>
          </a:prstGeom>
        </p:spPr>
      </p:pic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801F65E-94AE-4C65-CE37-932702F003F9}"/>
              </a:ext>
            </a:extLst>
          </p:cNvPr>
          <p:cNvSpPr/>
          <p:nvPr/>
        </p:nvSpPr>
        <p:spPr>
          <a:xfrm>
            <a:off x="343651" y="1315092"/>
            <a:ext cx="1467740" cy="4014586"/>
          </a:xfrm>
          <a:custGeom>
            <a:avLst/>
            <a:gdLst>
              <a:gd name="connsiteX0" fmla="*/ 1467740 w 1467740"/>
              <a:gd name="connsiteY0" fmla="*/ 3780890 h 4014586"/>
              <a:gd name="connsiteX1" fmla="*/ 317034 w 1467740"/>
              <a:gd name="connsiteY1" fmla="*/ 3698697 h 4014586"/>
              <a:gd name="connsiteX2" fmla="*/ 29358 w 1467740"/>
              <a:gd name="connsiteY2" fmla="*/ 708917 h 4014586"/>
              <a:gd name="connsiteX3" fmla="*/ 882113 w 1467740"/>
              <a:gd name="connsiteY3" fmla="*/ 0 h 4014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7740" h="4014586">
                <a:moveTo>
                  <a:pt x="1467740" y="3780890"/>
                </a:moveTo>
                <a:cubicBezTo>
                  <a:pt x="1012252" y="3995791"/>
                  <a:pt x="556764" y="4210692"/>
                  <a:pt x="317034" y="3698697"/>
                </a:cubicBezTo>
                <a:cubicBezTo>
                  <a:pt x="77304" y="3186702"/>
                  <a:pt x="-64822" y="1325367"/>
                  <a:pt x="29358" y="708917"/>
                </a:cubicBezTo>
                <a:cubicBezTo>
                  <a:pt x="123538" y="92467"/>
                  <a:pt x="758823" y="54795"/>
                  <a:pt x="882113" y="0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95988E6-3EEF-0D02-6B2B-A182193DAC34}"/>
              </a:ext>
            </a:extLst>
          </p:cNvPr>
          <p:cNvCxnSpPr>
            <a:cxnSpLocks/>
          </p:cNvCxnSpPr>
          <p:nvPr/>
        </p:nvCxnSpPr>
        <p:spPr>
          <a:xfrm flipV="1">
            <a:off x="1138237" y="1290638"/>
            <a:ext cx="147638" cy="489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D7CB0E3-872E-5780-6436-91D4BD7558DC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104900" y="3080164"/>
            <a:ext cx="180975" cy="9404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FD078B46-A4A5-E991-4C7C-075D2D7AEBA7}"/>
              </a:ext>
            </a:extLst>
          </p:cNvPr>
          <p:cNvSpPr/>
          <p:nvPr/>
        </p:nvSpPr>
        <p:spPr>
          <a:xfrm>
            <a:off x="875967" y="3174206"/>
            <a:ext cx="1171908" cy="2716393"/>
          </a:xfrm>
          <a:custGeom>
            <a:avLst/>
            <a:gdLst>
              <a:gd name="connsiteX0" fmla="*/ 1171908 w 1171908"/>
              <a:gd name="connsiteY0" fmla="*/ 2657475 h 2747349"/>
              <a:gd name="connsiteX1" fmla="*/ 514683 w 1171908"/>
              <a:gd name="connsiteY1" fmla="*/ 2647950 h 2747349"/>
              <a:gd name="connsiteX2" fmla="*/ 9858 w 1171908"/>
              <a:gd name="connsiteY2" fmla="*/ 1647825 h 2747349"/>
              <a:gd name="connsiteX3" fmla="*/ 228933 w 1171908"/>
              <a:gd name="connsiteY3" fmla="*/ 0 h 2747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1908" h="2747349">
                <a:moveTo>
                  <a:pt x="1171908" y="2657475"/>
                </a:moveTo>
                <a:cubicBezTo>
                  <a:pt x="940133" y="2736850"/>
                  <a:pt x="708358" y="2816225"/>
                  <a:pt x="514683" y="2647950"/>
                </a:cubicBezTo>
                <a:cubicBezTo>
                  <a:pt x="321008" y="2479675"/>
                  <a:pt x="57483" y="2089150"/>
                  <a:pt x="9858" y="1647825"/>
                </a:cubicBezTo>
                <a:cubicBezTo>
                  <a:pt x="-37767" y="1206500"/>
                  <a:pt x="95583" y="603250"/>
                  <a:pt x="228933" y="0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754AB64-9007-810D-BEFC-D4B8763E4F59}"/>
              </a:ext>
            </a:extLst>
          </p:cNvPr>
          <p:cNvCxnSpPr/>
          <p:nvPr/>
        </p:nvCxnSpPr>
        <p:spPr>
          <a:xfrm>
            <a:off x="1935165" y="5172638"/>
            <a:ext cx="9398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201E428-68FE-3406-131E-5BC584380EA5}"/>
              </a:ext>
            </a:extLst>
          </p:cNvPr>
          <p:cNvCxnSpPr/>
          <p:nvPr/>
        </p:nvCxnSpPr>
        <p:spPr>
          <a:xfrm>
            <a:off x="1935165" y="5713658"/>
            <a:ext cx="9398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C4B59C3-39CA-562C-E4D1-BA2909CFFE9C}"/>
              </a:ext>
            </a:extLst>
          </p:cNvPr>
          <p:cNvSpPr txBox="1"/>
          <p:nvPr/>
        </p:nvSpPr>
        <p:spPr>
          <a:xfrm>
            <a:off x="5602877" y="1489523"/>
            <a:ext cx="28648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此处没有定义具体变量，是通用的，因此只需在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27FC90D-1B51-C3A5-1665-5A50C0BB4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399" y="1698571"/>
            <a:ext cx="6076950" cy="1905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5B723C57-FD16-531E-1B92-D28F0AC1DB91}"/>
              </a:ext>
            </a:extLst>
          </p:cNvPr>
          <p:cNvSpPr txBox="1"/>
          <p:nvPr/>
        </p:nvSpPr>
        <p:spPr>
          <a:xfrm>
            <a:off x="5602877" y="1850758"/>
            <a:ext cx="28648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文件中添加需要插值的变量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600CE6C7-9F89-41A3-FB78-E132FB00ECB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64"/>
          <a:stretch/>
        </p:blipFill>
        <p:spPr>
          <a:xfrm>
            <a:off x="5013221" y="2096979"/>
            <a:ext cx="6909008" cy="2947436"/>
          </a:xfrm>
          <a:prstGeom prst="rect">
            <a:avLst/>
          </a:prstGeom>
        </p:spPr>
      </p:pic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EDB58655-DCAF-68E9-B196-F5A49DC81BD6}"/>
              </a:ext>
            </a:extLst>
          </p:cNvPr>
          <p:cNvCxnSpPr>
            <a:cxnSpLocks/>
          </p:cNvCxnSpPr>
          <p:nvPr/>
        </p:nvCxnSpPr>
        <p:spPr>
          <a:xfrm>
            <a:off x="7460322" y="2990421"/>
            <a:ext cx="197895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9FFEECC-3CDB-C9F3-BBB6-B46ACD15A5B2}"/>
              </a:ext>
            </a:extLst>
          </p:cNvPr>
          <p:cNvCxnSpPr>
            <a:cxnSpLocks/>
          </p:cNvCxnSpPr>
          <p:nvPr/>
        </p:nvCxnSpPr>
        <p:spPr>
          <a:xfrm>
            <a:off x="6984072" y="3342846"/>
            <a:ext cx="2569503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CF799D8-70E3-8EE3-744C-558238BFCA3A}"/>
              </a:ext>
            </a:extLst>
          </p:cNvPr>
          <p:cNvSpPr txBox="1"/>
          <p:nvPr/>
        </p:nvSpPr>
        <p:spPr>
          <a:xfrm>
            <a:off x="9693827" y="3174206"/>
            <a:ext cx="2864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此处选择</a:t>
            </a:r>
            <a:r>
              <a:rPr lang="en-US" altLang="zh-CN" sz="1000" dirty="0"/>
              <a:t>data viewer</a:t>
            </a:r>
            <a:r>
              <a:rPr lang="zh-CN" altLang="en-US" sz="1000" dirty="0"/>
              <a:t>中显示相同的</a:t>
            </a:r>
            <a:endParaRPr lang="en-US" altLang="zh-CN" sz="1000" dirty="0"/>
          </a:p>
          <a:p>
            <a:r>
              <a:rPr lang="en-US" altLang="zh-CN" sz="1000" dirty="0"/>
              <a:t>Location sets</a:t>
            </a:r>
            <a:endParaRPr lang="zh-CN" altLang="en-US" sz="1000" dirty="0"/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4CD649FE-F984-7501-F79F-88282C880D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4139" y="3522825"/>
            <a:ext cx="1171908" cy="304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97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37D9CCB-C467-E917-5D1E-15FCD1EA5554}"/>
              </a:ext>
            </a:extLst>
          </p:cNvPr>
          <p:cNvSpPr txBox="1"/>
          <p:nvPr/>
        </p:nvSpPr>
        <p:spPr>
          <a:xfrm>
            <a:off x="130727" y="126206"/>
            <a:ext cx="28648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27ACCB-45A1-EC8D-DC02-DC5AD2A5F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75" y="126206"/>
            <a:ext cx="5546725" cy="77171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35279D7-E6DF-D4F2-E1C9-D7AA58C0C558}"/>
              </a:ext>
            </a:extLst>
          </p:cNvPr>
          <p:cNvSpPr txBox="1"/>
          <p:nvPr/>
        </p:nvSpPr>
        <p:spPr>
          <a:xfrm>
            <a:off x="6188627" y="130334"/>
            <a:ext cx="5296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确认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68F2435-DA06-42A1-B46B-1340C28C6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5" y="1103312"/>
            <a:ext cx="4019550" cy="4981575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79412BD7-E3A2-42A4-B9D6-EB6F831498AF}"/>
              </a:ext>
            </a:extLst>
          </p:cNvPr>
          <p:cNvSpPr/>
          <p:nvPr/>
        </p:nvSpPr>
        <p:spPr>
          <a:xfrm>
            <a:off x="3856038" y="1103312"/>
            <a:ext cx="800100" cy="31591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E6DEB61-3E87-91B6-CBE0-8670C908932A}"/>
              </a:ext>
            </a:extLst>
          </p:cNvPr>
          <p:cNvSpPr txBox="1"/>
          <p:nvPr/>
        </p:nvSpPr>
        <p:spPr>
          <a:xfrm>
            <a:off x="4912277" y="1138157"/>
            <a:ext cx="1183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找列名，在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7ADB8E1-4F65-8A8A-70C3-20F8887E8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275" y="1123988"/>
            <a:ext cx="5886450" cy="2667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B04F20A-1C57-967F-7AB5-27E81992F2D7}"/>
              </a:ext>
            </a:extLst>
          </p:cNvPr>
          <p:cNvSpPr txBox="1"/>
          <p:nvPr/>
        </p:nvSpPr>
        <p:spPr>
          <a:xfrm>
            <a:off x="4912277" y="1364024"/>
            <a:ext cx="15932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找对应</a:t>
            </a:r>
            <a:r>
              <a:rPr lang="en-US" altLang="zh-CN" sz="1000" dirty="0" err="1"/>
              <a:t>LocationSet</a:t>
            </a:r>
            <a:r>
              <a:rPr lang="zh-CN" altLang="en-US" sz="1000" dirty="0"/>
              <a:t>名称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53CF3E8-7CC7-5885-21F7-3EA29AD941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437" y="1807537"/>
            <a:ext cx="5648325" cy="1181100"/>
          </a:xfrm>
          <a:prstGeom prst="rect">
            <a:avLst/>
          </a:prstGeom>
        </p:spPr>
      </p:pic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92908F8E-5DD8-9AB3-A5DA-1EAD6DBCDC2D}"/>
              </a:ext>
            </a:extLst>
          </p:cNvPr>
          <p:cNvCxnSpPr>
            <a:cxnSpLocks/>
          </p:cNvCxnSpPr>
          <p:nvPr/>
        </p:nvCxnSpPr>
        <p:spPr>
          <a:xfrm>
            <a:off x="5106523" y="2037921"/>
            <a:ext cx="25420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8627F64F-2545-C42B-A4DB-A6A70E6099CF}"/>
              </a:ext>
            </a:extLst>
          </p:cNvPr>
          <p:cNvSpPr txBox="1"/>
          <p:nvPr/>
        </p:nvSpPr>
        <p:spPr>
          <a:xfrm>
            <a:off x="4912277" y="3159265"/>
            <a:ext cx="2450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在上页绿色横线处填入相应名称即可</a:t>
            </a:r>
          </a:p>
        </p:txBody>
      </p:sp>
    </p:spTree>
    <p:extLst>
      <p:ext uri="{BB962C8B-B14F-4D97-AF65-F5344CB8AC3E}">
        <p14:creationId xmlns:p14="http://schemas.microsoft.com/office/powerpoint/2010/main" val="418033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F8BC44F-9FAC-F9A2-E233-77FAFC56E3B3}"/>
              </a:ext>
            </a:extLst>
          </p:cNvPr>
          <p:cNvSpPr txBox="1"/>
          <p:nvPr/>
        </p:nvSpPr>
        <p:spPr>
          <a:xfrm>
            <a:off x="240943" y="184934"/>
            <a:ext cx="811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三、</a:t>
            </a:r>
            <a:r>
              <a:rPr lang="en-US" altLang="zh-CN" dirty="0"/>
              <a:t>Data Viewer</a:t>
            </a:r>
            <a:r>
              <a:rPr lang="zh-CN" altLang="en-US" dirty="0"/>
              <a:t>中站点的变量，可显示在</a:t>
            </a:r>
            <a:r>
              <a:rPr lang="en-US" altLang="zh-CN" dirty="0"/>
              <a:t>Data Display</a:t>
            </a:r>
            <a:r>
              <a:rPr lang="zh-CN" altLang="en-US" dirty="0"/>
              <a:t>中，添加一个变量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2E666EB-B44E-E895-3363-C386E0ABF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" y="685800"/>
            <a:ext cx="5629275" cy="2667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864F362-3714-9A26-427D-4B8B55DA30F8}"/>
              </a:ext>
            </a:extLst>
          </p:cNvPr>
          <p:cNvSpPr txBox="1"/>
          <p:nvPr/>
        </p:nvSpPr>
        <p:spPr>
          <a:xfrm>
            <a:off x="661987" y="952500"/>
            <a:ext cx="24505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文件中相应子</a:t>
            </a:r>
            <a:r>
              <a:rPr lang="en-US" altLang="zh-CN" sz="1000" dirty="0"/>
              <a:t>filter id </a:t>
            </a:r>
            <a:r>
              <a:rPr lang="zh-CN" altLang="en-US" sz="1000" dirty="0"/>
              <a:t>中添加变量即可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A190759-D3C3-6B63-71B4-8B9D8948E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" y="1447800"/>
            <a:ext cx="1762125" cy="1981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4104FB5-1747-848B-DB90-95877127C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" y="3529012"/>
            <a:ext cx="2038350" cy="22574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E2AC280-7F14-B801-F964-649462752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5125" y="1075610"/>
            <a:ext cx="5276850" cy="1123950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A40656D-2BAE-DFF0-D610-70FE9FC1B317}"/>
              </a:ext>
            </a:extLst>
          </p:cNvPr>
          <p:cNvCxnSpPr>
            <a:cxnSpLocks/>
          </p:cNvCxnSpPr>
          <p:nvPr/>
        </p:nvCxnSpPr>
        <p:spPr>
          <a:xfrm>
            <a:off x="5449423" y="1294971"/>
            <a:ext cx="25420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49680B9-5F75-B0AD-C0DE-E4AEA5B6E5EF}"/>
              </a:ext>
            </a:extLst>
          </p:cNvPr>
          <p:cNvCxnSpPr>
            <a:cxnSpLocks/>
          </p:cNvCxnSpPr>
          <p:nvPr/>
        </p:nvCxnSpPr>
        <p:spPr>
          <a:xfrm>
            <a:off x="5335123" y="1666446"/>
            <a:ext cx="95613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CF6E9B79-DAEE-7028-85BD-D3E2F4C40B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9425" y="2562940"/>
            <a:ext cx="6153150" cy="3219450"/>
          </a:xfrm>
          <a:prstGeom prst="rect">
            <a:avLst/>
          </a:prstGeom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D4DA8BB-4085-4FC7-D2CD-B7009F462A44}"/>
              </a:ext>
            </a:extLst>
          </p:cNvPr>
          <p:cNvCxnSpPr>
            <a:cxnSpLocks/>
          </p:cNvCxnSpPr>
          <p:nvPr/>
        </p:nvCxnSpPr>
        <p:spPr>
          <a:xfrm>
            <a:off x="5139861" y="4514421"/>
            <a:ext cx="144191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49C5471C-2385-1875-5C20-881062F28430}"/>
              </a:ext>
            </a:extLst>
          </p:cNvPr>
          <p:cNvSpPr txBox="1"/>
          <p:nvPr/>
        </p:nvSpPr>
        <p:spPr>
          <a:xfrm>
            <a:off x="9605962" y="685800"/>
            <a:ext cx="5191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效果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74689E5-0AFD-AAF4-BCE6-07C4DF010E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1960" y="1075610"/>
            <a:ext cx="2860026" cy="5391150"/>
          </a:xfrm>
          <a:prstGeom prst="rect">
            <a:avLst/>
          </a:prstGeom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4E38B44F-96B8-90C5-78F3-920E53797517}"/>
              </a:ext>
            </a:extLst>
          </p:cNvPr>
          <p:cNvSpPr/>
          <p:nvPr/>
        </p:nvSpPr>
        <p:spPr>
          <a:xfrm>
            <a:off x="11136812" y="1447259"/>
            <a:ext cx="555126" cy="21918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F51B796-FE49-E3A9-A6DA-B82D4D197021}"/>
              </a:ext>
            </a:extLst>
          </p:cNvPr>
          <p:cNvCxnSpPr>
            <a:cxnSpLocks/>
          </p:cNvCxnSpPr>
          <p:nvPr/>
        </p:nvCxnSpPr>
        <p:spPr>
          <a:xfrm>
            <a:off x="9605962" y="2357961"/>
            <a:ext cx="32925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624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86DA836-3243-49F1-5B0B-1E4C5A21A8B7}"/>
              </a:ext>
            </a:extLst>
          </p:cNvPr>
          <p:cNvSpPr txBox="1"/>
          <p:nvPr/>
        </p:nvSpPr>
        <p:spPr>
          <a:xfrm>
            <a:off x="240943" y="184934"/>
            <a:ext cx="811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四、</a:t>
            </a:r>
            <a:r>
              <a:rPr lang="en-US" altLang="zh-CN" dirty="0" err="1"/>
              <a:t>Fews</a:t>
            </a:r>
            <a:r>
              <a:rPr lang="en-US" altLang="zh-CN" dirty="0"/>
              <a:t> system</a:t>
            </a:r>
            <a:r>
              <a:rPr lang="zh-CN" altLang="en-US" dirty="0"/>
              <a:t>中增加站位点，并在每日报告中体现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94150D4-E630-7F17-5C3E-065E3ACE7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02" y="754812"/>
            <a:ext cx="5676900" cy="2476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DF2D40E-A26E-7BB7-A541-71244331B777}"/>
              </a:ext>
            </a:extLst>
          </p:cNvPr>
          <p:cNvSpPr txBox="1"/>
          <p:nvPr/>
        </p:nvSpPr>
        <p:spPr>
          <a:xfrm>
            <a:off x="518335" y="738815"/>
            <a:ext cx="456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1.</a:t>
            </a:r>
            <a:r>
              <a:rPr lang="zh-CN" altLang="en-US" sz="1000" dirty="0"/>
              <a:t>在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763379E-E523-7E09-E27D-587C4E246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838" y="670172"/>
            <a:ext cx="1533525" cy="37147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8838D67-5311-5C76-19A2-807DCEE1533E}"/>
              </a:ext>
            </a:extLst>
          </p:cNvPr>
          <p:cNvSpPr txBox="1"/>
          <p:nvPr/>
        </p:nvSpPr>
        <p:spPr>
          <a:xfrm>
            <a:off x="6356966" y="732800"/>
            <a:ext cx="2538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D7235CB-0E72-E7DF-0CDB-FDBA46B1ECF7}"/>
              </a:ext>
            </a:extLst>
          </p:cNvPr>
          <p:cNvSpPr txBox="1"/>
          <p:nvPr/>
        </p:nvSpPr>
        <p:spPr>
          <a:xfrm>
            <a:off x="8158458" y="754812"/>
            <a:ext cx="27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文件中添加站点并添加至需要的</a:t>
            </a:r>
            <a:r>
              <a:rPr lang="en-US" altLang="zh-CN" sz="1000" dirty="0"/>
              <a:t>location sets</a:t>
            </a:r>
            <a:endParaRPr lang="zh-CN" altLang="en-US" sz="10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A0C70D8-BE89-BB74-30EC-A35FD7CA9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341" y="1048128"/>
            <a:ext cx="10719318" cy="564175"/>
          </a:xfrm>
          <a:prstGeom prst="rect">
            <a:avLst/>
          </a:prstGeom>
        </p:spPr>
      </p:pic>
      <p:sp>
        <p:nvSpPr>
          <p:cNvPr id="15" name="椭圆 14">
            <a:extLst>
              <a:ext uri="{FF2B5EF4-FFF2-40B4-BE49-F238E27FC236}">
                <a16:creationId xmlns:a16="http://schemas.microsoft.com/office/drawing/2014/main" id="{4106F030-54BE-807A-77A8-1DBA61ED4363}"/>
              </a:ext>
            </a:extLst>
          </p:cNvPr>
          <p:cNvSpPr/>
          <p:nvPr/>
        </p:nvSpPr>
        <p:spPr>
          <a:xfrm>
            <a:off x="3985386" y="1025455"/>
            <a:ext cx="623596" cy="24622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3C07DFF-B4CF-7F60-C3B8-26B9BE35AC62}"/>
              </a:ext>
            </a:extLst>
          </p:cNvPr>
          <p:cNvSpPr/>
          <p:nvPr/>
        </p:nvSpPr>
        <p:spPr>
          <a:xfrm>
            <a:off x="8041627" y="1025455"/>
            <a:ext cx="623596" cy="24622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7109B872-3196-BB22-4B7E-4096E6FB2F68}"/>
              </a:ext>
            </a:extLst>
          </p:cNvPr>
          <p:cNvSpPr/>
          <p:nvPr/>
        </p:nvSpPr>
        <p:spPr>
          <a:xfrm>
            <a:off x="9400541" y="1025455"/>
            <a:ext cx="623596" cy="24622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CD652D7-8B11-F648-8CA4-842D88C83514}"/>
              </a:ext>
            </a:extLst>
          </p:cNvPr>
          <p:cNvSpPr/>
          <p:nvPr/>
        </p:nvSpPr>
        <p:spPr>
          <a:xfrm>
            <a:off x="10658329" y="1020520"/>
            <a:ext cx="623596" cy="24622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43C44BA-1B14-0D66-88A7-DB0648DFAC84}"/>
              </a:ext>
            </a:extLst>
          </p:cNvPr>
          <p:cNvCxnSpPr>
            <a:cxnSpLocks/>
          </p:cNvCxnSpPr>
          <p:nvPr/>
        </p:nvCxnSpPr>
        <p:spPr>
          <a:xfrm>
            <a:off x="4047299" y="1612303"/>
            <a:ext cx="17295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92187BF-491C-D97F-F4F4-BCF9B680FB9F}"/>
              </a:ext>
            </a:extLst>
          </p:cNvPr>
          <p:cNvCxnSpPr>
            <a:cxnSpLocks/>
          </p:cNvCxnSpPr>
          <p:nvPr/>
        </p:nvCxnSpPr>
        <p:spPr>
          <a:xfrm>
            <a:off x="8041627" y="1612303"/>
            <a:ext cx="17295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FF4E811C-B157-5080-56EB-A7BDEF27ACC3}"/>
              </a:ext>
            </a:extLst>
          </p:cNvPr>
          <p:cNvCxnSpPr>
            <a:cxnSpLocks/>
          </p:cNvCxnSpPr>
          <p:nvPr/>
        </p:nvCxnSpPr>
        <p:spPr>
          <a:xfrm>
            <a:off x="9400541" y="1612303"/>
            <a:ext cx="17295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9838FCA-D0D3-A244-E640-8B0C03BA9909}"/>
              </a:ext>
            </a:extLst>
          </p:cNvPr>
          <p:cNvCxnSpPr>
            <a:cxnSpLocks/>
          </p:cNvCxnSpPr>
          <p:nvPr/>
        </p:nvCxnSpPr>
        <p:spPr>
          <a:xfrm>
            <a:off x="10712757" y="1588884"/>
            <a:ext cx="17295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99872F5D-3A13-D311-109A-86EDF2361C20}"/>
              </a:ext>
            </a:extLst>
          </p:cNvPr>
          <p:cNvSpPr txBox="1"/>
          <p:nvPr/>
        </p:nvSpPr>
        <p:spPr>
          <a:xfrm>
            <a:off x="661986" y="1667501"/>
            <a:ext cx="104886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即报告中显示的模块，其中</a:t>
            </a:r>
            <a:r>
              <a:rPr lang="en-US" altLang="zh-CN" sz="1000" dirty="0"/>
              <a:t>wave</a:t>
            </a:r>
            <a:r>
              <a:rPr lang="zh-CN" altLang="en-US" sz="1000" dirty="0"/>
              <a:t>模块有</a:t>
            </a:r>
            <a:r>
              <a:rPr lang="en-US" altLang="zh-CN" sz="1000" dirty="0"/>
              <a:t>3</a:t>
            </a:r>
            <a:r>
              <a:rPr lang="zh-CN" altLang="en-US" sz="1000" dirty="0"/>
              <a:t>个，根据站点经纬度加入对应范围的，此处加入</a:t>
            </a:r>
            <a:r>
              <a:rPr lang="en-US" altLang="zh-CN" sz="1000" dirty="0"/>
              <a:t>WAVE_OVE2</a:t>
            </a:r>
            <a:endParaRPr lang="zh-CN" altLang="en-US" sz="1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E2E2A53-179C-D96F-62B2-69523BF3C3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757" y="2013503"/>
            <a:ext cx="7410450" cy="3048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E7CA438-63FE-D12F-F08E-8A0802173B02}"/>
              </a:ext>
            </a:extLst>
          </p:cNvPr>
          <p:cNvSpPr txBox="1"/>
          <p:nvPr/>
        </p:nvSpPr>
        <p:spPr>
          <a:xfrm>
            <a:off x="522295" y="2027402"/>
            <a:ext cx="456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2.</a:t>
            </a:r>
            <a:r>
              <a:rPr lang="zh-CN" altLang="en-US" sz="1000" dirty="0"/>
              <a:t>在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5D96756-53BD-04A0-AB12-171B4568DE4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685" r="70801" b="26561"/>
          <a:stretch/>
        </p:blipFill>
        <p:spPr>
          <a:xfrm>
            <a:off x="7835233" y="2056640"/>
            <a:ext cx="1738265" cy="246221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628533DE-8D97-6B4E-6BA2-52BBDEA99799}"/>
              </a:ext>
            </a:extLst>
          </p:cNvPr>
          <p:cNvSpPr txBox="1"/>
          <p:nvPr/>
        </p:nvSpPr>
        <p:spPr>
          <a:xfrm>
            <a:off x="9400541" y="2072082"/>
            <a:ext cx="27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文件中添加模型输出点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A2B28DED-EAB4-A841-67D8-4A24467E8DC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79285"/>
          <a:stretch/>
        </p:blipFill>
        <p:spPr>
          <a:xfrm>
            <a:off x="792715" y="2431233"/>
            <a:ext cx="3681751" cy="770367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7A0E5F27-0288-0070-25AF-4D63ACFF0D6C}"/>
              </a:ext>
            </a:extLst>
          </p:cNvPr>
          <p:cNvSpPr txBox="1"/>
          <p:nvPr/>
        </p:nvSpPr>
        <p:spPr>
          <a:xfrm>
            <a:off x="518335" y="3314530"/>
            <a:ext cx="456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3.</a:t>
            </a:r>
            <a:r>
              <a:rPr lang="zh-CN" altLang="en-US" sz="1000" dirty="0"/>
              <a:t>在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A27D51E9-81F1-CD13-D16B-2DEBD6A436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115" y="3324225"/>
            <a:ext cx="7000875" cy="209550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37EE60D2-BD4B-900A-1263-D7D79E265A00}"/>
              </a:ext>
            </a:extLst>
          </p:cNvPr>
          <p:cNvSpPr txBox="1"/>
          <p:nvPr/>
        </p:nvSpPr>
        <p:spPr>
          <a:xfrm>
            <a:off x="7774273" y="3305889"/>
            <a:ext cx="418912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文件中将需要添加的站位点加入，以及所有涉及参数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92057945-1834-9EEE-E151-6BD97866C2E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13493" b="50946"/>
          <a:stretch/>
        </p:blipFill>
        <p:spPr>
          <a:xfrm>
            <a:off x="518335" y="3752671"/>
            <a:ext cx="4687519" cy="243515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3EA2FF4D-D52E-9F5E-40FD-FDC04470DCB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49337" b="-2449"/>
          <a:stretch/>
        </p:blipFill>
        <p:spPr>
          <a:xfrm>
            <a:off x="5218158" y="3752671"/>
            <a:ext cx="6237501" cy="2590977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4918B4A6-7FE3-6C7A-BDF9-7F6432820919}"/>
              </a:ext>
            </a:extLst>
          </p:cNvPr>
          <p:cNvSpPr txBox="1"/>
          <p:nvPr/>
        </p:nvSpPr>
        <p:spPr>
          <a:xfrm>
            <a:off x="661986" y="3496527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另一</a:t>
            </a:r>
            <a:r>
              <a:rPr lang="en-US" altLang="zh-CN" sz="1000" dirty="0" err="1"/>
              <a:t>template_overview</a:t>
            </a:r>
            <a:r>
              <a:rPr lang="zh-CN" altLang="en-US" sz="1000" dirty="0"/>
              <a:t>文件无需修改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FFCB100-E207-4560-2E9B-00A6C5FA8A9E}"/>
              </a:ext>
            </a:extLst>
          </p:cNvPr>
          <p:cNvCxnSpPr>
            <a:cxnSpLocks/>
          </p:cNvCxnSpPr>
          <p:nvPr/>
        </p:nvCxnSpPr>
        <p:spPr>
          <a:xfrm>
            <a:off x="560542" y="3903233"/>
            <a:ext cx="49291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E525768F-9EA4-22A3-821D-6D28C8E9669A}"/>
              </a:ext>
            </a:extLst>
          </p:cNvPr>
          <p:cNvCxnSpPr>
            <a:cxnSpLocks/>
          </p:cNvCxnSpPr>
          <p:nvPr/>
        </p:nvCxnSpPr>
        <p:spPr>
          <a:xfrm>
            <a:off x="903757" y="4373133"/>
            <a:ext cx="152194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85F6276-6DF0-0480-3016-12EA46324540}"/>
              </a:ext>
            </a:extLst>
          </p:cNvPr>
          <p:cNvCxnSpPr>
            <a:cxnSpLocks/>
          </p:cNvCxnSpPr>
          <p:nvPr/>
        </p:nvCxnSpPr>
        <p:spPr>
          <a:xfrm>
            <a:off x="1664728" y="5522483"/>
            <a:ext cx="6212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CE3BEC47-E389-2884-EC66-24071F7DDAD2}"/>
              </a:ext>
            </a:extLst>
          </p:cNvPr>
          <p:cNvCxnSpPr>
            <a:cxnSpLocks/>
          </p:cNvCxnSpPr>
          <p:nvPr/>
        </p:nvCxnSpPr>
        <p:spPr>
          <a:xfrm>
            <a:off x="1664728" y="6100333"/>
            <a:ext cx="6212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6765F49D-E39A-8785-2473-60EB5B5F1394}"/>
              </a:ext>
            </a:extLst>
          </p:cNvPr>
          <p:cNvCxnSpPr>
            <a:cxnSpLocks/>
          </p:cNvCxnSpPr>
          <p:nvPr/>
        </p:nvCxnSpPr>
        <p:spPr>
          <a:xfrm>
            <a:off x="6541528" y="4608083"/>
            <a:ext cx="74192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CE3BEC47-E389-2884-EC66-24071F7DDAD2}"/>
              </a:ext>
            </a:extLst>
          </p:cNvPr>
          <p:cNvCxnSpPr>
            <a:cxnSpLocks/>
          </p:cNvCxnSpPr>
          <p:nvPr/>
        </p:nvCxnSpPr>
        <p:spPr>
          <a:xfrm>
            <a:off x="6541528" y="5522483"/>
            <a:ext cx="86892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BFBD60C4-07D9-1122-7FAD-49540205C72A}"/>
              </a:ext>
            </a:extLst>
          </p:cNvPr>
          <p:cNvCxnSpPr>
            <a:cxnSpLocks/>
          </p:cNvCxnSpPr>
          <p:nvPr/>
        </p:nvCxnSpPr>
        <p:spPr>
          <a:xfrm>
            <a:off x="1247875" y="4681109"/>
            <a:ext cx="971450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23D3FC52-3AFC-49DF-077A-C5D778AAA880}"/>
              </a:ext>
            </a:extLst>
          </p:cNvPr>
          <p:cNvSpPr txBox="1"/>
          <p:nvPr/>
        </p:nvSpPr>
        <p:spPr>
          <a:xfrm>
            <a:off x="2255414" y="4652511"/>
            <a:ext cx="9714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参数对应图片</a:t>
            </a: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7640019-84DF-989A-E0AE-A5BBFBE54FF2}"/>
              </a:ext>
            </a:extLst>
          </p:cNvPr>
          <p:cNvCxnSpPr>
            <a:cxnSpLocks/>
          </p:cNvCxnSpPr>
          <p:nvPr/>
        </p:nvCxnSpPr>
        <p:spPr>
          <a:xfrm>
            <a:off x="1850701" y="5838397"/>
            <a:ext cx="971450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25ED9B6C-84BF-AC04-70CB-2D1C21EEF7D3}"/>
              </a:ext>
            </a:extLst>
          </p:cNvPr>
          <p:cNvCxnSpPr>
            <a:cxnSpLocks/>
          </p:cNvCxnSpPr>
          <p:nvPr/>
        </p:nvCxnSpPr>
        <p:spPr>
          <a:xfrm>
            <a:off x="6797725" y="3971496"/>
            <a:ext cx="971450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0BBADC02-9D95-F0D9-5F89-7A6C18BB1E5D}"/>
              </a:ext>
            </a:extLst>
          </p:cNvPr>
          <p:cNvCxnSpPr>
            <a:cxnSpLocks/>
          </p:cNvCxnSpPr>
          <p:nvPr/>
        </p:nvCxnSpPr>
        <p:spPr>
          <a:xfrm>
            <a:off x="6757986" y="4898732"/>
            <a:ext cx="971450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28A4DED7-F6D6-1580-BE33-FBE9BD1EF4EB}"/>
              </a:ext>
            </a:extLst>
          </p:cNvPr>
          <p:cNvCxnSpPr>
            <a:cxnSpLocks/>
          </p:cNvCxnSpPr>
          <p:nvPr/>
        </p:nvCxnSpPr>
        <p:spPr>
          <a:xfrm>
            <a:off x="6807250" y="5838397"/>
            <a:ext cx="1027983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2BDA9BC5-A177-2112-50EE-EB55AFE8AC44}"/>
              </a:ext>
            </a:extLst>
          </p:cNvPr>
          <p:cNvSpPr txBox="1"/>
          <p:nvPr/>
        </p:nvSpPr>
        <p:spPr>
          <a:xfrm>
            <a:off x="597452" y="6352186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Reports </a:t>
            </a:r>
            <a:r>
              <a:rPr lang="zh-CN" altLang="en-US" sz="1000" dirty="0"/>
              <a:t>结果在</a:t>
            </a: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0E6C8D1A-BD04-FDA3-93EA-4230EA4833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52575" y="6343648"/>
            <a:ext cx="4629150" cy="228600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8C850405-3175-5C08-0BAE-8210A0C1E4EB}"/>
              </a:ext>
            </a:extLst>
          </p:cNvPr>
          <p:cNvSpPr txBox="1"/>
          <p:nvPr/>
        </p:nvSpPr>
        <p:spPr>
          <a:xfrm>
            <a:off x="6069897" y="6343648"/>
            <a:ext cx="121355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该路径下可找到</a:t>
            </a:r>
          </a:p>
        </p:txBody>
      </p:sp>
    </p:spTree>
    <p:extLst>
      <p:ext uri="{BB962C8B-B14F-4D97-AF65-F5344CB8AC3E}">
        <p14:creationId xmlns:p14="http://schemas.microsoft.com/office/powerpoint/2010/main" val="201692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A72AE8E-DDDD-2CCC-BEE2-FD10D2032DCB}"/>
              </a:ext>
            </a:extLst>
          </p:cNvPr>
          <p:cNvSpPr txBox="1"/>
          <p:nvPr/>
        </p:nvSpPr>
        <p:spPr>
          <a:xfrm>
            <a:off x="73719" y="59602"/>
            <a:ext cx="456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4.</a:t>
            </a:r>
            <a:r>
              <a:rPr lang="zh-CN" altLang="en-US" sz="1000" dirty="0"/>
              <a:t>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0FF899C-D725-2F20-A3CA-4BA492CCA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61" y="77223"/>
            <a:ext cx="6581775" cy="2286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1E83CCC-4C77-9081-5B25-E412A7539DA0}"/>
              </a:ext>
            </a:extLst>
          </p:cNvPr>
          <p:cNvSpPr txBox="1"/>
          <p:nvPr/>
        </p:nvSpPr>
        <p:spPr>
          <a:xfrm>
            <a:off x="6925574" y="54881"/>
            <a:ext cx="43995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中将</a:t>
            </a:r>
            <a:r>
              <a:rPr lang="en-US" altLang="zh-CN" sz="1000" dirty="0"/>
              <a:t>Spatial plot</a:t>
            </a:r>
            <a:r>
              <a:rPr lang="zh-CN" altLang="en-US" sz="1000" dirty="0"/>
              <a:t>的范围修改为可包括添加点的经纬度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5971AF0-0C7E-2BC6-186F-E96631D1A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027" y="444878"/>
            <a:ext cx="3124555" cy="1149030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0D93A4A-DFBE-FB40-3FD6-49FC86052792}"/>
              </a:ext>
            </a:extLst>
          </p:cNvPr>
          <p:cNvCxnSpPr>
            <a:cxnSpLocks/>
          </p:cNvCxnSpPr>
          <p:nvPr/>
        </p:nvCxnSpPr>
        <p:spPr>
          <a:xfrm>
            <a:off x="2406120" y="589581"/>
            <a:ext cx="65586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E8ACCF4-B00D-A8A9-19D9-E638D87540A5}"/>
              </a:ext>
            </a:extLst>
          </p:cNvPr>
          <p:cNvSpPr txBox="1"/>
          <p:nvPr/>
        </p:nvSpPr>
        <p:spPr>
          <a:xfrm>
            <a:off x="3160315" y="631787"/>
            <a:ext cx="7657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经度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204C03-F437-3F67-7AC8-6C1D4BCF70E1}"/>
              </a:ext>
            </a:extLst>
          </p:cNvPr>
          <p:cNvSpPr txBox="1"/>
          <p:nvPr/>
        </p:nvSpPr>
        <p:spPr>
          <a:xfrm>
            <a:off x="3160314" y="1062636"/>
            <a:ext cx="7657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纬度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71B3AE-8348-4044-1B98-13CFA50BEEAE}"/>
              </a:ext>
            </a:extLst>
          </p:cNvPr>
          <p:cNvSpPr txBox="1"/>
          <p:nvPr/>
        </p:nvSpPr>
        <p:spPr>
          <a:xfrm>
            <a:off x="2154928" y="1312912"/>
            <a:ext cx="22408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可将所有参数的</a:t>
            </a:r>
            <a:r>
              <a:rPr lang="en-US" altLang="zh-CN" sz="1000" dirty="0"/>
              <a:t>spatial </a:t>
            </a:r>
            <a:r>
              <a:rPr lang="zh-CN" altLang="en-US" sz="1000" dirty="0"/>
              <a:t>图范围都改动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8EE5AC88-C4AC-6907-269D-455C39D7B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0" y="1608590"/>
            <a:ext cx="2899157" cy="54359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C2151B0-8979-84AF-F84C-70E4541656C6}"/>
              </a:ext>
            </a:extLst>
          </p:cNvPr>
          <p:cNvSpPr txBox="1"/>
          <p:nvPr/>
        </p:nvSpPr>
        <p:spPr>
          <a:xfrm>
            <a:off x="3543180" y="1701659"/>
            <a:ext cx="43995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搭配修改图幅大小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FBF25B0-06A6-A770-25BB-351A83D77017}"/>
              </a:ext>
            </a:extLst>
          </p:cNvPr>
          <p:cNvSpPr txBox="1"/>
          <p:nvPr/>
        </p:nvSpPr>
        <p:spPr>
          <a:xfrm>
            <a:off x="206338" y="2340682"/>
            <a:ext cx="43995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效果：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0113D30-9BEE-CDD9-0DEF-E77A79A27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007" y="2860436"/>
            <a:ext cx="3844957" cy="3601220"/>
          </a:xfrm>
          <a:prstGeom prst="rect">
            <a:avLst/>
          </a:prstGeom>
        </p:spPr>
      </p:pic>
      <p:sp>
        <p:nvSpPr>
          <p:cNvPr id="21" name="椭圆 20">
            <a:extLst>
              <a:ext uri="{FF2B5EF4-FFF2-40B4-BE49-F238E27FC236}">
                <a16:creationId xmlns:a16="http://schemas.microsoft.com/office/drawing/2014/main" id="{6B03F8BE-5093-0AB2-8C1F-07AAFCC3A85F}"/>
              </a:ext>
            </a:extLst>
          </p:cNvPr>
          <p:cNvSpPr/>
          <p:nvPr/>
        </p:nvSpPr>
        <p:spPr>
          <a:xfrm>
            <a:off x="662730" y="6175289"/>
            <a:ext cx="453006" cy="17886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537881D-3514-BD27-2A71-B54AF61C92AA}"/>
              </a:ext>
            </a:extLst>
          </p:cNvPr>
          <p:cNvSpPr txBox="1"/>
          <p:nvPr/>
        </p:nvSpPr>
        <p:spPr>
          <a:xfrm>
            <a:off x="604007" y="2340681"/>
            <a:ext cx="43995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Overview report</a:t>
            </a:r>
            <a:endParaRPr lang="zh-CN" altLang="en-US" sz="10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2349490-5E58-F8F7-FD67-29FC2A8FB1A0}"/>
              </a:ext>
            </a:extLst>
          </p:cNvPr>
          <p:cNvSpPr txBox="1"/>
          <p:nvPr/>
        </p:nvSpPr>
        <p:spPr>
          <a:xfrm>
            <a:off x="6096000" y="2340680"/>
            <a:ext cx="43995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/>
              <a:t>Detailed report</a:t>
            </a:r>
            <a:endParaRPr lang="zh-CN" altLang="en-US" sz="1000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1DEC63F8-16D8-BEA4-FE31-5E0DF7769A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7300" y="5091493"/>
            <a:ext cx="2904338" cy="1359155"/>
          </a:xfrm>
          <a:prstGeom prst="rect">
            <a:avLst/>
          </a:prstGeom>
        </p:spPr>
      </p:pic>
      <p:grpSp>
        <p:nvGrpSpPr>
          <p:cNvPr id="30" name="组合 29">
            <a:extLst>
              <a:ext uri="{FF2B5EF4-FFF2-40B4-BE49-F238E27FC236}">
                <a16:creationId xmlns:a16="http://schemas.microsoft.com/office/drawing/2014/main" id="{582533A8-B158-50FD-370F-5CCF4956B7FF}"/>
              </a:ext>
            </a:extLst>
          </p:cNvPr>
          <p:cNvGrpSpPr/>
          <p:nvPr/>
        </p:nvGrpSpPr>
        <p:grpSpPr>
          <a:xfrm>
            <a:off x="6215893" y="2586901"/>
            <a:ext cx="5372100" cy="2486749"/>
            <a:chOff x="5146148" y="2613019"/>
            <a:chExt cx="4399564" cy="3454682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EA72859F-ABE1-B321-7CA8-29A03C3A7F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b="43741"/>
            <a:stretch/>
          </p:blipFill>
          <p:spPr>
            <a:xfrm>
              <a:off x="5146148" y="2613019"/>
              <a:ext cx="4399564" cy="2013460"/>
            </a:xfrm>
            <a:prstGeom prst="rect">
              <a:avLst/>
            </a:prstGeom>
          </p:spPr>
        </p:pic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3C7B5894-5559-2824-E832-AE9B4D49B8C0}"/>
                </a:ext>
              </a:extLst>
            </p:cNvPr>
            <p:cNvSpPr/>
            <p:nvPr/>
          </p:nvSpPr>
          <p:spPr>
            <a:xfrm>
              <a:off x="7057208" y="2712880"/>
              <a:ext cx="577444" cy="227999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3CBD7370-C797-798A-8CDE-9A68AE0A8C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58701" b="-1913"/>
            <a:stretch/>
          </p:blipFill>
          <p:spPr>
            <a:xfrm>
              <a:off x="5146148" y="4521200"/>
              <a:ext cx="4399564" cy="1546501"/>
            </a:xfrm>
            <a:prstGeom prst="rect">
              <a:avLst/>
            </a:prstGeom>
          </p:spPr>
        </p:pic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657BB6BC-8E40-5BF9-0D41-EA16CC8074DA}"/>
              </a:ext>
            </a:extLst>
          </p:cNvPr>
          <p:cNvSpPr txBox="1"/>
          <p:nvPr/>
        </p:nvSpPr>
        <p:spPr>
          <a:xfrm>
            <a:off x="9260988" y="5647959"/>
            <a:ext cx="789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图幅变化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D8D0B07-2A82-9134-A226-523678BD0CD2}"/>
              </a:ext>
            </a:extLst>
          </p:cNvPr>
          <p:cNvSpPr txBox="1"/>
          <p:nvPr/>
        </p:nvSpPr>
        <p:spPr>
          <a:xfrm>
            <a:off x="5166075" y="360978"/>
            <a:ext cx="43995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同步修改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B4D57BB-2DEB-D41F-3AE8-FBF202A6FA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8115" y="400793"/>
            <a:ext cx="6277874" cy="166592"/>
          </a:xfrm>
          <a:prstGeom prst="rect">
            <a:avLst/>
          </a:prstGeom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3E485047-F397-9838-AE41-D6FFAA566661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4605902" y="484089"/>
            <a:ext cx="560173" cy="123634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图片 38">
            <a:extLst>
              <a:ext uri="{FF2B5EF4-FFF2-40B4-BE49-F238E27FC236}">
                <a16:creationId xmlns:a16="http://schemas.microsoft.com/office/drawing/2014/main" id="{45D7A917-66D2-9345-F327-3B52F4FF00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6969" y="583986"/>
            <a:ext cx="6794620" cy="1316142"/>
          </a:xfrm>
          <a:prstGeom prst="rect">
            <a:avLst/>
          </a:prstGeom>
        </p:spPr>
      </p:pic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CE0B78B-208F-CE5B-C723-A4B72E625B45}"/>
              </a:ext>
            </a:extLst>
          </p:cNvPr>
          <p:cNvCxnSpPr>
            <a:cxnSpLocks/>
          </p:cNvCxnSpPr>
          <p:nvPr/>
        </p:nvCxnSpPr>
        <p:spPr>
          <a:xfrm>
            <a:off x="10050780" y="1690379"/>
            <a:ext cx="195080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4140C66-9618-8070-FBC9-BD007945A23C}"/>
              </a:ext>
            </a:extLst>
          </p:cNvPr>
          <p:cNvCxnSpPr>
            <a:cxnSpLocks/>
          </p:cNvCxnSpPr>
          <p:nvPr/>
        </p:nvCxnSpPr>
        <p:spPr>
          <a:xfrm>
            <a:off x="10050780" y="1791979"/>
            <a:ext cx="195080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40665D56-5053-2D67-97D0-189A7C3EFA47}"/>
              </a:ext>
            </a:extLst>
          </p:cNvPr>
          <p:cNvSpPr txBox="1"/>
          <p:nvPr/>
        </p:nvSpPr>
        <p:spPr>
          <a:xfrm>
            <a:off x="10111740" y="1321047"/>
            <a:ext cx="165828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dirty="0"/>
              <a:t>修改对应参数的图幅大小</a:t>
            </a:r>
          </a:p>
        </p:txBody>
      </p:sp>
    </p:spTree>
    <p:extLst>
      <p:ext uri="{BB962C8B-B14F-4D97-AF65-F5344CB8AC3E}">
        <p14:creationId xmlns:p14="http://schemas.microsoft.com/office/powerpoint/2010/main" val="2965632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D6DD071-E3BC-1DC3-15A8-9515D5C69F44}"/>
              </a:ext>
            </a:extLst>
          </p:cNvPr>
          <p:cNvSpPr txBox="1"/>
          <p:nvPr/>
        </p:nvSpPr>
        <p:spPr>
          <a:xfrm>
            <a:off x="240943" y="184934"/>
            <a:ext cx="811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五、想要超出</a:t>
            </a:r>
            <a:r>
              <a:rPr lang="en-US" altLang="zh-CN" dirty="0"/>
              <a:t>GFS</a:t>
            </a:r>
            <a:r>
              <a:rPr lang="zh-CN" altLang="en-US" dirty="0"/>
              <a:t>数据提供范围的数据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EC3005-6180-46B2-5164-6A96A70D0751}"/>
              </a:ext>
            </a:extLst>
          </p:cNvPr>
          <p:cNvSpPr txBox="1"/>
          <p:nvPr/>
        </p:nvSpPr>
        <p:spPr>
          <a:xfrm>
            <a:off x="633708" y="554266"/>
            <a:ext cx="27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以塞内加尔为例，将网格添加至塞内加尔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48894D5-7096-DFE6-856C-763EC1F0D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12" y="775486"/>
            <a:ext cx="6296025" cy="2095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25B8EE5-9E05-9074-A192-FE0586C1CE08}"/>
              </a:ext>
            </a:extLst>
          </p:cNvPr>
          <p:cNvSpPr txBox="1"/>
          <p:nvPr/>
        </p:nvSpPr>
        <p:spPr>
          <a:xfrm>
            <a:off x="518335" y="738815"/>
            <a:ext cx="456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1.</a:t>
            </a:r>
            <a:r>
              <a:rPr lang="zh-CN" altLang="en-US" sz="1000" dirty="0"/>
              <a:t>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5454CD-C198-381B-68C1-752DF5F4A5BA}"/>
              </a:ext>
            </a:extLst>
          </p:cNvPr>
          <p:cNvSpPr txBox="1"/>
          <p:nvPr/>
        </p:nvSpPr>
        <p:spPr>
          <a:xfrm>
            <a:off x="7081836" y="738814"/>
            <a:ext cx="40243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确认使用的</a:t>
            </a:r>
            <a:r>
              <a:rPr lang="en-US" altLang="zh-CN" sz="1000" dirty="0"/>
              <a:t>location id </a:t>
            </a:r>
            <a:r>
              <a:rPr lang="zh-CN" altLang="en-US" sz="1000" dirty="0"/>
              <a:t>的名称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7DA9E4B-7BE7-A6C6-A390-2B157F574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35" y="1021707"/>
            <a:ext cx="5501465" cy="1690050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6FFA8C2-E824-32F4-CB35-8A9C3DD7C792}"/>
              </a:ext>
            </a:extLst>
          </p:cNvPr>
          <p:cNvCxnSpPr>
            <a:cxnSpLocks/>
          </p:cNvCxnSpPr>
          <p:nvPr/>
        </p:nvCxnSpPr>
        <p:spPr>
          <a:xfrm>
            <a:off x="1316355" y="1877704"/>
            <a:ext cx="241744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AB44208-0C38-2C0C-9476-AFFA7A123FD1}"/>
              </a:ext>
            </a:extLst>
          </p:cNvPr>
          <p:cNvSpPr txBox="1"/>
          <p:nvPr/>
        </p:nvSpPr>
        <p:spPr>
          <a:xfrm>
            <a:off x="5881687" y="1631483"/>
            <a:ext cx="7858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名称为</a:t>
            </a:r>
            <a:r>
              <a:rPr lang="en-US" altLang="zh-CN" sz="1000" dirty="0"/>
              <a:t>GFS</a:t>
            </a:r>
            <a:endParaRPr lang="zh-CN" altLang="en-US" sz="10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B0EE94-B185-0023-3687-7C9B05CF6CD4}"/>
              </a:ext>
            </a:extLst>
          </p:cNvPr>
          <p:cNvSpPr txBox="1"/>
          <p:nvPr/>
        </p:nvSpPr>
        <p:spPr>
          <a:xfrm>
            <a:off x="512213" y="2748428"/>
            <a:ext cx="456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2.</a:t>
            </a:r>
            <a:r>
              <a:rPr lang="zh-CN" altLang="en-US" sz="1000" dirty="0"/>
              <a:t>在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ADCEF9D-B2BE-7412-3D6C-16E9BE159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012" y="2733701"/>
            <a:ext cx="5476875" cy="23812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03DDCF3-A5A2-9BCD-A03B-533C379FC91B}"/>
              </a:ext>
            </a:extLst>
          </p:cNvPr>
          <p:cNvSpPr txBox="1"/>
          <p:nvPr/>
        </p:nvSpPr>
        <p:spPr>
          <a:xfrm>
            <a:off x="6296021" y="2748428"/>
            <a:ext cx="53837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修改对应网格范围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CF4D5A5-510C-1DDC-1367-387CBEF6A44D}"/>
              </a:ext>
            </a:extLst>
          </p:cNvPr>
          <p:cNvSpPr txBox="1"/>
          <p:nvPr/>
        </p:nvSpPr>
        <p:spPr>
          <a:xfrm>
            <a:off x="633708" y="2908209"/>
            <a:ext cx="53837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修改为：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DE662BB-5EF6-C90D-882D-4B6E19BFC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379" y="2993770"/>
            <a:ext cx="2619771" cy="1746514"/>
          </a:xfrm>
          <a:prstGeom prst="rect">
            <a:avLst/>
          </a:prstGeom>
        </p:spPr>
      </p:pic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5CD4463-642D-AA73-EDA8-4355B2F2A8C1}"/>
              </a:ext>
            </a:extLst>
          </p:cNvPr>
          <p:cNvCxnSpPr>
            <a:cxnSpLocks/>
          </p:cNvCxnSpPr>
          <p:nvPr/>
        </p:nvCxnSpPr>
        <p:spPr>
          <a:xfrm>
            <a:off x="1611630" y="3716029"/>
            <a:ext cx="132207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90EF46C-8807-3571-0528-367F9D937C68}"/>
              </a:ext>
            </a:extLst>
          </p:cNvPr>
          <p:cNvSpPr txBox="1"/>
          <p:nvPr/>
        </p:nvSpPr>
        <p:spPr>
          <a:xfrm>
            <a:off x="3360965" y="3541354"/>
            <a:ext cx="16015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左上角第一个网格中心点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A1762D2-35AF-5D9D-58CC-A84ADA80C587}"/>
              </a:ext>
            </a:extLst>
          </p:cNvPr>
          <p:cNvSpPr txBox="1"/>
          <p:nvPr/>
        </p:nvSpPr>
        <p:spPr>
          <a:xfrm>
            <a:off x="3614058" y="3053263"/>
            <a:ext cx="2267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相较原第一网格上移</a:t>
            </a:r>
            <a:r>
              <a:rPr lang="en-US" altLang="zh-CN" sz="1000" dirty="0"/>
              <a:t>1000</a:t>
            </a:r>
            <a:r>
              <a:rPr lang="zh-CN" altLang="en-US" sz="1000" dirty="0"/>
              <a:t>公里，</a:t>
            </a:r>
            <a:r>
              <a:rPr lang="en-US" altLang="zh-CN" sz="1000" dirty="0"/>
              <a:t>0.25°</a:t>
            </a:r>
            <a:r>
              <a:rPr lang="zh-CN" altLang="en-US" sz="1000" dirty="0"/>
              <a:t>一网格，约</a:t>
            </a:r>
            <a:r>
              <a:rPr lang="en-US" altLang="zh-CN" sz="1000" dirty="0"/>
              <a:t>30</a:t>
            </a:r>
            <a:r>
              <a:rPr lang="zh-CN" altLang="en-US" sz="1000" dirty="0"/>
              <a:t>公里，增加</a:t>
            </a:r>
            <a:r>
              <a:rPr lang="en-US" altLang="zh-CN" sz="1000" dirty="0"/>
              <a:t>34</a:t>
            </a:r>
            <a:r>
              <a:rPr lang="zh-CN" altLang="en-US" sz="1000" dirty="0"/>
              <a:t>网格</a:t>
            </a:r>
            <a:endParaRPr lang="en-US" altLang="zh-CN" sz="1000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99482907-8C50-7FB2-56CF-ECBBA4E218E4}"/>
              </a:ext>
            </a:extLst>
          </p:cNvPr>
          <p:cNvSpPr/>
          <p:nvPr/>
        </p:nvSpPr>
        <p:spPr>
          <a:xfrm>
            <a:off x="1929555" y="3111724"/>
            <a:ext cx="453006" cy="17886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FC15A0E-E910-EC8C-A0C6-EB208C6F8C1B}"/>
              </a:ext>
            </a:extLst>
          </p:cNvPr>
          <p:cNvCxnSpPr>
            <a:cxnSpLocks/>
          </p:cNvCxnSpPr>
          <p:nvPr/>
        </p:nvCxnSpPr>
        <p:spPr>
          <a:xfrm flipV="1">
            <a:off x="2939733" y="3201157"/>
            <a:ext cx="660716" cy="56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8BB6DB77-8A41-4DDB-7EA3-EEAF785A3658}"/>
              </a:ext>
            </a:extLst>
          </p:cNvPr>
          <p:cNvSpPr/>
          <p:nvPr/>
        </p:nvSpPr>
        <p:spPr>
          <a:xfrm>
            <a:off x="2378430" y="4426174"/>
            <a:ext cx="453006" cy="17886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B5A163-D014-1CF1-19BE-37F57EB45322}"/>
              </a:ext>
            </a:extLst>
          </p:cNvPr>
          <p:cNvSpPr txBox="1"/>
          <p:nvPr/>
        </p:nvSpPr>
        <p:spPr>
          <a:xfrm>
            <a:off x="3614058" y="3845018"/>
            <a:ext cx="2267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增加</a:t>
            </a:r>
            <a:r>
              <a:rPr lang="en-US" altLang="zh-CN" sz="1000" dirty="0"/>
              <a:t>34</a:t>
            </a:r>
            <a:r>
              <a:rPr lang="zh-CN" altLang="en-US" sz="1000" dirty="0"/>
              <a:t>网格</a:t>
            </a:r>
            <a:r>
              <a:rPr lang="en-US" altLang="zh-CN" sz="1000" dirty="0"/>
              <a:t>,</a:t>
            </a:r>
            <a:r>
              <a:rPr lang="zh-CN" altLang="en-US" sz="1000" dirty="0"/>
              <a:t>即增加</a:t>
            </a:r>
            <a:r>
              <a:rPr lang="en-US" altLang="zh-CN" sz="1000" dirty="0"/>
              <a:t>8.5°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A5AC3262-C267-9922-D0E9-717BD598FFFF}"/>
              </a:ext>
            </a:extLst>
          </p:cNvPr>
          <p:cNvCxnSpPr>
            <a:cxnSpLocks/>
          </p:cNvCxnSpPr>
          <p:nvPr/>
        </p:nvCxnSpPr>
        <p:spPr>
          <a:xfrm>
            <a:off x="2775934" y="3954900"/>
            <a:ext cx="8381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FF076201-0BD0-CB11-B1BD-4E183E3F30A4}"/>
              </a:ext>
            </a:extLst>
          </p:cNvPr>
          <p:cNvSpPr txBox="1"/>
          <p:nvPr/>
        </p:nvSpPr>
        <p:spPr>
          <a:xfrm>
            <a:off x="5805783" y="3526085"/>
            <a:ext cx="53837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效果：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AB3B61A9-87C3-96FC-EF09-D6AC6BA3DF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5705" y="3875961"/>
            <a:ext cx="6613402" cy="2363478"/>
          </a:xfrm>
          <a:prstGeom prst="rect">
            <a:avLst/>
          </a:prstGeom>
        </p:spPr>
      </p:pic>
      <p:sp>
        <p:nvSpPr>
          <p:cNvPr id="34" name="椭圆 33">
            <a:extLst>
              <a:ext uri="{FF2B5EF4-FFF2-40B4-BE49-F238E27FC236}">
                <a16:creationId xmlns:a16="http://schemas.microsoft.com/office/drawing/2014/main" id="{B3F785CC-0540-24A3-BAA6-539765DD6223}"/>
              </a:ext>
            </a:extLst>
          </p:cNvPr>
          <p:cNvSpPr/>
          <p:nvPr/>
        </p:nvSpPr>
        <p:spPr>
          <a:xfrm>
            <a:off x="7378700" y="4497578"/>
            <a:ext cx="513686" cy="24270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086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C3D737C-23B5-C99B-A97F-43891B8A4F61}"/>
              </a:ext>
            </a:extLst>
          </p:cNvPr>
          <p:cNvSpPr txBox="1"/>
          <p:nvPr/>
        </p:nvSpPr>
        <p:spPr>
          <a:xfrm>
            <a:off x="240943" y="184934"/>
            <a:ext cx="8112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六、</a:t>
            </a:r>
            <a:r>
              <a:rPr lang="en-US" altLang="zh-CN" dirty="0"/>
              <a:t>Wave</a:t>
            </a:r>
            <a:r>
              <a:rPr lang="zh-CN" altLang="en-US" dirty="0"/>
              <a:t>数据添加除</a:t>
            </a:r>
            <a:r>
              <a:rPr lang="en-US" altLang="zh-CN" dirty="0"/>
              <a:t>SWAN</a:t>
            </a:r>
            <a:r>
              <a:rPr lang="zh-CN" altLang="en-US" dirty="0"/>
              <a:t>外来源，并插值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C6E453-5F9A-CF3A-38D8-C0A006F2B9F5}"/>
              </a:ext>
            </a:extLst>
          </p:cNvPr>
          <p:cNvSpPr txBox="1"/>
          <p:nvPr/>
        </p:nvSpPr>
        <p:spPr>
          <a:xfrm>
            <a:off x="518335" y="738815"/>
            <a:ext cx="456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1.</a:t>
            </a:r>
            <a:r>
              <a:rPr lang="zh-CN" altLang="en-US" sz="1000" dirty="0"/>
              <a:t>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C1A753-BDAF-FA03-3EDF-0DDD90ADF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12" y="738815"/>
            <a:ext cx="5476875" cy="2381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A85884A-3367-03E2-2E5C-1ADAA99AC735}"/>
              </a:ext>
            </a:extLst>
          </p:cNvPr>
          <p:cNvSpPr txBox="1"/>
          <p:nvPr/>
        </p:nvSpPr>
        <p:spPr>
          <a:xfrm>
            <a:off x="6289900" y="738815"/>
            <a:ext cx="53837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修改对应网格范围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DF888D8-E947-B0D2-51FA-E2B4FE2241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44" y="976940"/>
            <a:ext cx="3549131" cy="1725724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D2092FE-E4D1-1593-9B62-730E3252A847}"/>
              </a:ext>
            </a:extLst>
          </p:cNvPr>
          <p:cNvCxnSpPr>
            <a:cxnSpLocks/>
          </p:cNvCxnSpPr>
          <p:nvPr/>
        </p:nvCxnSpPr>
        <p:spPr>
          <a:xfrm>
            <a:off x="1278255" y="1754599"/>
            <a:ext cx="132207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1728D59E-C6BF-7D3D-1085-B470A922A41C}"/>
              </a:ext>
            </a:extLst>
          </p:cNvPr>
          <p:cNvSpPr/>
          <p:nvPr/>
        </p:nvSpPr>
        <p:spPr>
          <a:xfrm>
            <a:off x="1624755" y="1093144"/>
            <a:ext cx="453006" cy="17886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6242CA2-13BA-8736-9357-5289B51E3BD5}"/>
              </a:ext>
            </a:extLst>
          </p:cNvPr>
          <p:cNvSpPr/>
          <p:nvPr/>
        </p:nvSpPr>
        <p:spPr>
          <a:xfrm>
            <a:off x="2058711" y="2195381"/>
            <a:ext cx="453006" cy="17886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12A1976-F9B7-6384-9272-B14E252C6CF3}"/>
              </a:ext>
            </a:extLst>
          </p:cNvPr>
          <p:cNvSpPr txBox="1"/>
          <p:nvPr/>
        </p:nvSpPr>
        <p:spPr>
          <a:xfrm>
            <a:off x="518335" y="2817678"/>
            <a:ext cx="4566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2.</a:t>
            </a:r>
            <a:r>
              <a:rPr lang="zh-CN" altLang="en-US" sz="1000" dirty="0"/>
              <a:t>在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9BC163-7023-4ED8-9398-32F1397EC1A1}"/>
              </a:ext>
            </a:extLst>
          </p:cNvPr>
          <p:cNvSpPr txBox="1"/>
          <p:nvPr/>
        </p:nvSpPr>
        <p:spPr>
          <a:xfrm>
            <a:off x="7262812" y="2821036"/>
            <a:ext cx="38216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添加对应变量，此处仅需要</a:t>
            </a:r>
            <a:r>
              <a:rPr lang="en-US" altLang="zh-CN" sz="1000" dirty="0"/>
              <a:t>wave height</a:t>
            </a:r>
            <a:endParaRPr lang="zh-CN" altLang="en-US" sz="10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031312DD-CFC0-2D47-9050-E6AF53E3C4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012" y="3233110"/>
            <a:ext cx="8105775" cy="2886075"/>
          </a:xfrm>
          <a:prstGeom prst="rect">
            <a:avLst/>
          </a:prstGeom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7EC8D88-AE94-3684-EEB9-8C002CB23BD2}"/>
              </a:ext>
            </a:extLst>
          </p:cNvPr>
          <p:cNvCxnSpPr>
            <a:cxnSpLocks/>
          </p:cNvCxnSpPr>
          <p:nvPr/>
        </p:nvCxnSpPr>
        <p:spPr>
          <a:xfrm>
            <a:off x="4602480" y="3726274"/>
            <a:ext cx="138874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671AC5B-4B6D-C748-F4D2-761473B092EB}"/>
              </a:ext>
            </a:extLst>
          </p:cNvPr>
          <p:cNvCxnSpPr>
            <a:cxnSpLocks/>
          </p:cNvCxnSpPr>
          <p:nvPr/>
        </p:nvCxnSpPr>
        <p:spPr>
          <a:xfrm>
            <a:off x="4503420" y="3945349"/>
            <a:ext cx="19160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24497F1-F2AE-9413-1861-80935E1B613E}"/>
              </a:ext>
            </a:extLst>
          </p:cNvPr>
          <p:cNvCxnSpPr>
            <a:cxnSpLocks/>
          </p:cNvCxnSpPr>
          <p:nvPr/>
        </p:nvCxnSpPr>
        <p:spPr>
          <a:xfrm>
            <a:off x="4195762" y="4135849"/>
            <a:ext cx="197929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960ACC2-6527-82DC-4AD9-8D419F32C667}"/>
              </a:ext>
            </a:extLst>
          </p:cNvPr>
          <p:cNvCxnSpPr>
            <a:cxnSpLocks/>
          </p:cNvCxnSpPr>
          <p:nvPr/>
        </p:nvCxnSpPr>
        <p:spPr>
          <a:xfrm>
            <a:off x="3016567" y="5755099"/>
            <a:ext cx="18745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5DEC9D3C-6AB6-78B2-0402-ABC2BB2A21A3}"/>
              </a:ext>
            </a:extLst>
          </p:cNvPr>
          <p:cNvSpPr txBox="1"/>
          <p:nvPr/>
        </p:nvSpPr>
        <p:spPr>
          <a:xfrm>
            <a:off x="7604642" y="3158056"/>
            <a:ext cx="38216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新定义的，要去到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A5A37C2A-ACF6-7667-B210-58E98C540A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012" y="2856561"/>
            <a:ext cx="6400800" cy="171450"/>
          </a:xfrm>
          <a:prstGeom prst="rect">
            <a:avLst/>
          </a:prstGeom>
        </p:spPr>
      </p:pic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297F5DA1-2FAF-4376-0834-70D7C233633E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6702639" y="3281167"/>
            <a:ext cx="902003" cy="22838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图片 34">
            <a:extLst>
              <a:ext uri="{FF2B5EF4-FFF2-40B4-BE49-F238E27FC236}">
                <a16:creationId xmlns:a16="http://schemas.microsoft.com/office/drawing/2014/main" id="{0B1D4BBA-8D7A-C6BE-1F0F-BD71AA2349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3979" y="3374917"/>
            <a:ext cx="6598021" cy="222718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713CD39C-0F06-D4A0-20ED-8E12DC11C3E1}"/>
              </a:ext>
            </a:extLst>
          </p:cNvPr>
          <p:cNvSpPr txBox="1"/>
          <p:nvPr/>
        </p:nvSpPr>
        <p:spPr>
          <a:xfrm>
            <a:off x="7604642" y="3570130"/>
            <a:ext cx="38216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定义一个新的</a:t>
            </a:r>
            <a:r>
              <a:rPr lang="en-US" altLang="zh-CN" sz="1000" dirty="0" err="1"/>
              <a:t>moduleInstanceId</a:t>
            </a:r>
            <a:endParaRPr lang="zh-CN" altLang="en-US" sz="1000" dirty="0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68EDD2A5-E509-D184-CA86-A2068B5E18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5112" y="3880490"/>
            <a:ext cx="5495925" cy="2209800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31BEA962-3C4F-925B-B5E3-BFFD0A94F00A}"/>
              </a:ext>
            </a:extLst>
          </p:cNvPr>
          <p:cNvCxnSpPr>
            <a:cxnSpLocks/>
          </p:cNvCxnSpPr>
          <p:nvPr/>
        </p:nvCxnSpPr>
        <p:spPr>
          <a:xfrm>
            <a:off x="6667382" y="4050124"/>
            <a:ext cx="18745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2222CF56-B8CF-1E7E-510C-327514DC1767}"/>
              </a:ext>
            </a:extLst>
          </p:cNvPr>
          <p:cNvCxnSpPr>
            <a:cxnSpLocks/>
          </p:cNvCxnSpPr>
          <p:nvPr/>
        </p:nvCxnSpPr>
        <p:spPr>
          <a:xfrm>
            <a:off x="6702639" y="5650324"/>
            <a:ext cx="504168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38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8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6834</TotalTime>
  <Words>428</Words>
  <Application>Microsoft Office PowerPoint</Application>
  <PresentationFormat>宽屏</PresentationFormat>
  <Paragraphs>66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 qinze</dc:creator>
  <cp:lastModifiedBy>chen qinze</cp:lastModifiedBy>
  <cp:revision>12</cp:revision>
  <dcterms:created xsi:type="dcterms:W3CDTF">2023-03-06T05:34:06Z</dcterms:created>
  <dcterms:modified xsi:type="dcterms:W3CDTF">2023-03-16T02:02:09Z</dcterms:modified>
</cp:coreProperties>
</file>